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13a452e86f4d5c" /><Relationship Type="http://schemas.openxmlformats.org/officeDocument/2006/relationships/extended-properties" Target="/docProps/app.xml" Id="Raea185ecc4c34cc1" /><Relationship Type="http://schemas.openxmlformats.org/officeDocument/2006/relationships/officeDocument" Target="/ppt/presentation.xml" Id="R7e27837aa4ad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9d387e85e64ed1"/>
  </p:sldMasterIdLst>
  <p:notesMasterIdLst>
    <p:notesMasterId xmlns:r="http://schemas.openxmlformats.org/officeDocument/2006/relationships" r:id="R3fbbf804329445ce"/>
  </p:notesMasterIdLst>
  <p:sldIdLst>
    <p:sldId xmlns:r="http://schemas.openxmlformats.org/officeDocument/2006/relationships" id="256" r:id="R67e1b18132074d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ee6175a3e4038" /><Relationship Type="http://schemas.openxmlformats.org/officeDocument/2006/relationships/slideMaster" Target="/ppt/slideMasters/slideMaster1.xml" Id="R4b9d387e85e64ed1" /><Relationship Type="http://schemas.openxmlformats.org/officeDocument/2006/relationships/notesMaster" Target="/ppt/notesMasters/notesMaster1.xml" Id="R3fbbf804329445ce" /><Relationship Type="http://schemas.openxmlformats.org/officeDocument/2006/relationships/presProps" Target="/ppt/presProps.xml" Id="Rfb420575ebfe4e66" /><Relationship Type="http://schemas.openxmlformats.org/officeDocument/2006/relationships/tableStyles" Target="/ppt/tableStyles.xml" Id="Rea6c24abdff34abd" /><Relationship Type="http://schemas.openxmlformats.org/officeDocument/2006/relationships/slide" Target="/ppt/slides/slide1.xml" Id="R67e1b18132074d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b423dc7914d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79733fb3a4d3b" /><Relationship Type="http://schemas.openxmlformats.org/officeDocument/2006/relationships/notesMaster" Target="/ppt/notesMasters/notesMaster1.xml" Id="Rd85af7433882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502d7b1824f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33c64d6674cfe" /><Relationship Type="http://schemas.openxmlformats.org/officeDocument/2006/relationships/slideLayout" Target="/ppt/slideLayouts/slideLayout1.xml" Id="Rb3498045136f45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98045136f45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cabafbbca4c39" /><Relationship Type="http://schemas.openxmlformats.org/officeDocument/2006/relationships/notesSlide" Target="/ppt/notesSlides/notesSlide1.xml" Id="R4a0c4ee35a664c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9A1D2C3B-56BB-4A45-A715-8A5749E7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5D6D2-96A2-4C33-94AA-D8F61C1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MENTORIA DIA 1 · TURMA B · 20/08/2026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55495-7051-478F-BCBD-122DCAEA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66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HydrogenI automatiza a medição do box e já demonstra o fluxo operacional do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799DC-A1A7-4428-AA24-9BE57544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Hoje mostramos o protótipo funcional e buscamos validar precisão, contexto operacional e próximos requisitos do ambiente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79830-B282-413F-A631-E8D7509A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 que já conseguimos provar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F039D-35B2-4B4C-81B4-23CA380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• Leitura simulada do box com cálculo de ocupação e volume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• Painel local e painel administrativo com alertas e tratativas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</a:defRPr>
            </a:pPr>
            <a:r>
              <a:rPr sz="1350">
                <a:solidFill>
                  <a:srgbClr val="222222"/>
                </a:solidFill>
              </a:rPr>
              <a:t>• Histórico de medições, exportação em PDF/Excel e base Raspberry + Railway</a:t>
            </a:r>
          </a:p>
        </p:txBody>
      </p:sp>
      <p:sp>
        <p:nvSpPr>
          <p:cNvPr id="7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84C62EEA-FD70-43C3-93BF-4A51742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455295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6C766-8CC5-4BD0-81DB-947D981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O que queremos validar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CAC60-D44C-4B5F-985F-EA20B40C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3695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1. Qual precisão mínima é aceitável para operação real?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2. O acompanhamento precisa ser em m³, toneladas ou ambos?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3. Como poeira, máquinas e rede local afetam a implantação no box?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B2DF8-C915-483A-9E46-108A2604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72050"/>
            <a:ext cx="3695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Próximo passo do time: conectar sensor real e validar no ambiente físico.</a:t>
            </a:r>
          </a:p>
        </p:txBody>
      </p:sp>
    </p:spTree>
    <p:extLst>
      <p:ext uri="{BB962C8B-B14F-4D97-AF65-F5344CB8AC3E}">
        <p14:creationId xmlns:p14="http://schemas.microsoft.com/office/powerpoint/2010/main" val="838860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2026-08-20T06:47:41.0630000Z</dcterms:created>
  <dcterms:modified xsi:type="dcterms:W3CDTF">2026-08-20T06:47:41.0630000Z</dcterms:modified>
</coreProperties>
</file>